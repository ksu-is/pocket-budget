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B5EC-13FB-6F7E-B9E7-92BD3E2DF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3D032-1109-3368-4F68-69C882BAF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040AB-90FB-34E6-AE3F-01941257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A11E2-655A-ADAB-8EAA-26ADF29E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00811-0F1C-1FD7-D7AD-D030670B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7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0525-614B-ECAE-5037-5510B0A6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236D-A4E3-8E2C-68BE-01538653C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D0925-2B09-8B11-9085-A2B8E871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51A23-E3E6-47ED-526D-DADB1677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1004B-0BF0-B7FF-6E9A-FEF8CF4E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1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4F0A-DAFB-4C79-DD20-612D3A4F9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0E47F-A21D-068A-9FA4-B2083BCDE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0CEE7-1576-32B2-9E6E-067F5464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DA6C-B4CD-66F9-3041-B742803F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E75B0-3927-1446-0A7B-43977D61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0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9B36-A955-CBAF-1280-AA856CBF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4E2C8-AE78-22C0-CA5F-7F6867B95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AE6F0-7D8D-5847-3D52-6DFEBD2BA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BCB44-8418-7E90-9695-86A7F003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FF0A-EB44-3FD9-48EC-2A6E9415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AECAC-7577-6A62-EE5D-CC9B90FE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3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FDB7-8691-EE04-242E-3BEDEF5D5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827CD-970A-12BC-7C0A-AFF2CD617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899AC-3BBC-2820-49E9-58D437299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BDCA9-A2ED-34E6-730F-99B446E01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73390-7815-EA30-AA68-DA858DADA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41C99-EF97-7093-2CAA-6F9EC262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280DB-AD9C-9787-0149-147B6BEC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7BAA9-C050-2258-37B5-48E159A4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0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8F0C-E5FE-B1D1-B5A0-83EDE58D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2EECC-1B88-0623-8B2E-264A9A53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167FA-108E-EC3D-BEAF-369B0530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2C1AF-0686-1AD6-4E10-ACCA819C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5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FA1370-9EA4-9D60-01F4-0929C334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4BE3F-8B7D-F4BA-C743-AB9374FD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BE92C-E112-4C95-A487-BC02BFA9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9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AF9B-218E-FF65-5A8F-8764905D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E9B71-9697-D735-CE62-C2C3EB06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9A3CC-0055-1AD8-2190-778D559AF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3EB3A-5368-E10F-B3A3-322F5D0F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524E7-8CD4-EA27-DE06-5F565939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05DCD-6F83-4511-FE27-699F0E8F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4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D752-DA02-C462-F855-139F35D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D0DE07-A0F4-572B-A6D7-6D5907142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45DC-6934-5290-A1E2-3753009AC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1EF69-298F-F906-DE62-805D5EB50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1788A-8D8D-94AC-ACC1-4D004D7A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2EFA1-401F-86D3-AA73-5AB5A0B7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F256-8A2F-794F-BA6B-84444D89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0E25E-C4FB-238E-0768-A30C2B84A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30BD9-943C-7E77-51E1-03864FE9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7534C-4DAE-54C9-0273-BF776D53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DA5E3-4C2A-C4E3-9EE2-0E477B6B9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79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643C7-4CC5-3912-698F-112D3D37C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EB379-C82D-9C0D-22DE-BC75A2BDB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08E8D-858A-FD21-8AB6-668D89B4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01701-B8C9-43AB-95D4-39B4E98E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E9BDA-3B37-381C-A6A7-50D5A4B3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9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93971-E398-C464-C5B6-6BE89DFC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22CB1-6A8B-4F05-21CE-0E2FD5D87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E90C-3533-80B0-24E6-D89AC08DD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15BF4-86D5-44B4-8B5D-C737CEDE889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200B9-72B0-9AB9-976F-26F081B08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F59C-2154-DB66-1C66-82ECAC31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D70BE-83E9-4AF5-B4C7-7DBF20CB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4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C78B59-A2F6-486B-6D05-471120BF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>
            <a:normAutofit/>
          </a:bodyPr>
          <a:lstStyle/>
          <a:p>
            <a:r>
              <a:rPr lang="en-US" dirty="0" err="1"/>
              <a:t>PocketBudget</a:t>
            </a:r>
            <a:br>
              <a:rPr lang="en-US" dirty="0"/>
            </a:br>
            <a:r>
              <a:rPr lang="en-US" sz="2000" dirty="0"/>
              <a:t>Jack Hubbard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6DCA86-FACC-7249-3BC1-F1EDA25BE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543298" cy="3973337"/>
          </a:xfrm>
        </p:spPr>
        <p:txBody>
          <a:bodyPr>
            <a:normAutofit/>
          </a:bodyPr>
          <a:lstStyle/>
          <a:p>
            <a:r>
              <a:rPr lang="en-US" sz="2000" dirty="0"/>
              <a:t>A simple student budgeting app that helps users track expenses, organize spending, and stay in control of their money.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DAE8B2-FEC7-7F2A-EBB9-CA46BA03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502" y="1073835"/>
            <a:ext cx="2649560" cy="4710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887456-C8E0-6B76-371D-26B53CE1E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211" y="1415530"/>
            <a:ext cx="2828925" cy="402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3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PocketBudget Jack Hubbard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Hubbard</dc:creator>
  <cp:lastModifiedBy>Jack Hubbard</cp:lastModifiedBy>
  <cp:revision>1</cp:revision>
  <dcterms:created xsi:type="dcterms:W3CDTF">2026-05-01T15:03:44Z</dcterms:created>
  <dcterms:modified xsi:type="dcterms:W3CDTF">2026-05-01T15:34:57Z</dcterms:modified>
</cp:coreProperties>
</file>